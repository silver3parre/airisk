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2094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Security Review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Ain't all Risky Bizz Application</a:t>
            </a:r>
          </a:p>
          <a:p>
            <a:r>
              <a:t>OWASP Top 10 Assessment</a:t>
            </a:r>
          </a:p>
          <a:p>
            <a:r>
              <a:t>November 28,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dirty="0"/>
              <a:t>A comprehensive security review was performed based on the OWASP Top 10 (2021) standard.</a:t>
            </a:r>
          </a:p>
          <a:p>
            <a:r>
              <a:rPr dirty="0"/>
              <a:t>Key Findings:</a:t>
            </a:r>
          </a:p>
          <a:p>
            <a:r>
              <a:rPr dirty="0"/>
              <a:t>• 1 Critical Issue (Cryptographic Failures)</a:t>
            </a:r>
          </a:p>
          <a:p>
            <a:r>
              <a:rPr dirty="0"/>
              <a:t>• 1 High Issue (Security Misconfiguration)</a:t>
            </a:r>
          </a:p>
          <a:p>
            <a:r>
              <a:rPr dirty="0"/>
              <a:t>• 3 Medium Issues (Insecure Design, Components, Access Control)</a:t>
            </a:r>
          </a:p>
          <a:p>
            <a:r>
              <a:rPr dirty="0"/>
              <a:t>• Positive Results: No XSS or SQL Injection vulnerabilities found.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A02: Cryptographic Failures (CRITICAL)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 b="1"/>
            </a:pPr>
            <a:r>
              <a:rPr dirty="0"/>
              <a:t>Description:</a:t>
            </a:r>
          </a:p>
          <a:p>
            <a:pPr lvl="1"/>
            <a:r>
              <a:rPr dirty="0"/>
              <a:t>The application uses a hardcoded SECRET_KEY ('dev-secret-key') in the source code. This compromises all session security, allowing attackers to forge session cookies.</a:t>
            </a:r>
          </a:p>
          <a:p>
            <a:pPr>
              <a:defRPr b="1"/>
            </a:pPr>
            <a:r>
              <a:rPr dirty="0"/>
              <a:t>Evidence:</a:t>
            </a:r>
          </a:p>
          <a:p>
            <a:pPr lvl="1"/>
            <a:r>
              <a:rPr dirty="0"/>
              <a:t>app.py line 6: </a:t>
            </a:r>
            <a:r>
              <a:rPr dirty="0" err="1"/>
              <a:t>app.config</a:t>
            </a:r>
            <a:r>
              <a:rPr dirty="0"/>
              <a:t>['SECRET_KEY'] = 'dev-secret-key'</a:t>
            </a:r>
          </a:p>
          <a:p>
            <a:pPr>
              <a:defRPr b="1"/>
            </a:pPr>
            <a:r>
              <a:rPr dirty="0"/>
              <a:t>Recommendation:</a:t>
            </a:r>
          </a:p>
          <a:p>
            <a:pPr lvl="1"/>
            <a:r>
              <a:rPr dirty="0"/>
              <a:t>Use an environment variable for the secret key. Ensure it is a long, random string. Never commit secrets to version control.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A05: Security Misconfiguration (HIGH)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 b="1"/>
            </a:pPr>
            <a:r>
              <a:rPr dirty="0"/>
              <a:t>Description:</a:t>
            </a:r>
          </a:p>
          <a:p>
            <a:pPr lvl="1"/>
            <a:r>
              <a:rPr dirty="0"/>
              <a:t>Debug mode is enabled in the application configuration. This can leak sensitive stack traces, environment variables, and code snippets to attackers if an error occurs.</a:t>
            </a:r>
          </a:p>
          <a:p>
            <a:pPr>
              <a:defRPr b="1"/>
            </a:pPr>
            <a:r>
              <a:rPr dirty="0"/>
              <a:t>Evidence:</a:t>
            </a:r>
          </a:p>
          <a:p>
            <a:pPr lvl="1"/>
            <a:r>
              <a:rPr dirty="0"/>
              <a:t>app.py line 66: </a:t>
            </a:r>
            <a:r>
              <a:rPr dirty="0" err="1"/>
              <a:t>app.run</a:t>
            </a:r>
            <a:r>
              <a:rPr dirty="0"/>
              <a:t>(debug=True)</a:t>
            </a:r>
          </a:p>
          <a:p>
            <a:pPr>
              <a:defRPr b="1"/>
            </a:pPr>
            <a:r>
              <a:rPr dirty="0"/>
              <a:t>Recommendation:</a:t>
            </a:r>
          </a:p>
          <a:p>
            <a:pPr lvl="1"/>
            <a:r>
              <a:rPr dirty="0"/>
              <a:t>Disable debug mode in production. Use </a:t>
            </a:r>
            <a:r>
              <a:rPr dirty="0" err="1"/>
              <a:t>app.run</a:t>
            </a:r>
            <a:r>
              <a:rPr dirty="0"/>
              <a:t>(debug=False) or rely on a production WSGI server configuration.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A04: Insecure Design (MEDIUM)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 b="1"/>
            </a:pPr>
            <a:r>
              <a:rPr dirty="0"/>
              <a:t>Description:</a:t>
            </a:r>
          </a:p>
          <a:p>
            <a:pPr lvl="1"/>
            <a:r>
              <a:rPr dirty="0"/>
              <a:t>The application accepts POST requests (e.g., in the assessment wizard) without Anti-CSRF tokens. Attackers could trick users into submitting unauthorized data.</a:t>
            </a:r>
          </a:p>
          <a:p>
            <a:pPr>
              <a:defRPr b="1"/>
            </a:pPr>
            <a:r>
              <a:rPr dirty="0"/>
              <a:t>Evidence:</a:t>
            </a:r>
          </a:p>
          <a:p>
            <a:pPr lvl="1"/>
            <a:r>
              <a:rPr dirty="0"/>
              <a:t>HTML forms in assessment_wizard.html lack {{ </a:t>
            </a:r>
            <a:r>
              <a:rPr dirty="0" err="1"/>
              <a:t>csrf_token</a:t>
            </a:r>
            <a:r>
              <a:rPr dirty="0"/>
              <a:t>() }}.</a:t>
            </a:r>
          </a:p>
          <a:p>
            <a:pPr>
              <a:defRPr b="1"/>
            </a:pPr>
            <a:r>
              <a:rPr dirty="0"/>
              <a:t>Recommendation:</a:t>
            </a:r>
          </a:p>
          <a:p>
            <a:pPr lvl="1"/>
            <a:r>
              <a:rPr dirty="0"/>
              <a:t>Implement Flask-WTF or a similar library to generate and validate CSRF tokens for all state-changing forms.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A06: Vulnerable Components (MEDIUM)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 b="1"/>
            </a:pPr>
            <a:r>
              <a:rPr dirty="0"/>
              <a:t>Description:</a:t>
            </a:r>
          </a:p>
          <a:p>
            <a:pPr lvl="1"/>
            <a:r>
              <a:rPr dirty="0"/>
              <a:t>Dependency versions are not pinned in requirements.txt (e.g., 'flask' instead of 'flask==2.3.2'). This leads to non-reproducible builds and potential use of vulnerable versions.</a:t>
            </a:r>
          </a:p>
          <a:p>
            <a:pPr>
              <a:defRPr b="1"/>
            </a:pPr>
            <a:r>
              <a:rPr dirty="0"/>
              <a:t>Evidence:</a:t>
            </a:r>
          </a:p>
          <a:p>
            <a:pPr lvl="1"/>
            <a:r>
              <a:rPr dirty="0"/>
              <a:t>requirements.txt contains unpinned package names.</a:t>
            </a:r>
          </a:p>
          <a:p>
            <a:pPr>
              <a:defRPr b="1"/>
            </a:pPr>
            <a:r>
              <a:rPr dirty="0"/>
              <a:t>Recommendation:</a:t>
            </a:r>
          </a:p>
          <a:p>
            <a:pPr lvl="1"/>
            <a:r>
              <a:rPr dirty="0"/>
              <a:t>Pin exact versions in requirements.txt (e.g., Flask==3.0.0) and regularly scan dependencies for vulnerabilities.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A01: Broken Access Control (MEDIUM)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 b="1"/>
            </a:pPr>
            <a:r>
              <a:rPr dirty="0"/>
              <a:t>Description:</a:t>
            </a:r>
          </a:p>
          <a:p>
            <a:pPr lvl="1"/>
            <a:r>
              <a:rPr dirty="0"/>
              <a:t>No authentication or authorization mechanisms are implemented. The application is open to any user with network access.</a:t>
            </a:r>
          </a:p>
          <a:p>
            <a:pPr>
              <a:defRPr b="1"/>
            </a:pPr>
            <a:r>
              <a:rPr dirty="0"/>
              <a:t>Evidence:</a:t>
            </a:r>
          </a:p>
          <a:p>
            <a:pPr lvl="1"/>
            <a:r>
              <a:rPr dirty="0"/>
              <a:t>No @login_required decorators or user management logic in app.py.</a:t>
            </a:r>
          </a:p>
          <a:p>
            <a:pPr>
              <a:defRPr b="1"/>
            </a:pPr>
            <a:r>
              <a:rPr dirty="0"/>
              <a:t>Recommendation:</a:t>
            </a:r>
          </a:p>
          <a:p>
            <a:pPr lvl="1"/>
            <a:r>
              <a:rPr dirty="0"/>
              <a:t>Implement a user authentication system if the application is intended for restricted use. Ensure proper session management.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Positive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A03: Injection (Pass)</a:t>
            </a:r>
          </a:p>
          <a:p>
            <a:r>
              <a:rPr dirty="0"/>
              <a:t>  - Reflected XSS testing was unsuccessful (Jinja2 auto-escaping active).</a:t>
            </a:r>
          </a:p>
          <a:p>
            <a:r>
              <a:rPr dirty="0"/>
              <a:t>  - SQL Injection risk is low due to </a:t>
            </a:r>
            <a:r>
              <a:rPr dirty="0" err="1"/>
              <a:t>SQLAlchemy</a:t>
            </a:r>
            <a:r>
              <a:rPr dirty="0"/>
              <a:t> ORM usage.</a:t>
            </a:r>
          </a:p>
          <a:p>
            <a:r>
              <a:rPr dirty="0"/>
              <a:t>• A10: SSRF (Pass)</a:t>
            </a:r>
          </a:p>
          <a:p>
            <a:r>
              <a:rPr dirty="0"/>
              <a:t>  - No functionality found that fetches remote resources based on user input.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Recommended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dirty="0"/>
              <a:t>1. Immediate: Rotate the SECRET_KEY and use environment variables.</a:t>
            </a:r>
          </a:p>
          <a:p>
            <a:r>
              <a:rPr dirty="0"/>
              <a:t>2. Immediate: Disable Debug Mode.</a:t>
            </a:r>
          </a:p>
          <a:p>
            <a:r>
              <a:rPr dirty="0"/>
              <a:t>3. Short-term: Implement CSRF protection using Flask-WTF.</a:t>
            </a:r>
          </a:p>
          <a:p>
            <a:r>
              <a:rPr dirty="0"/>
              <a:t>4. Short-term: Pin dependency versions in requirements.txt.</a:t>
            </a:r>
          </a:p>
          <a:p>
            <a:r>
              <a:rPr dirty="0"/>
              <a:t>5. Long-term: Evaluate the need for user authentication.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574</Words>
  <Application>Microsoft Office PowerPoint</Application>
  <PresentationFormat>On-screen Show (4:3)</PresentationFormat>
  <Paragraphs>58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Security Review Report</vt:lpstr>
      <vt:lpstr>Executive Summary</vt:lpstr>
      <vt:lpstr>A02: Cryptographic Failures (CRITICAL)</vt:lpstr>
      <vt:lpstr>A05: Security Misconfiguration (HIGH)</vt:lpstr>
      <vt:lpstr>A04: Insecure Design (MEDIUM)</vt:lpstr>
      <vt:lpstr>A06: Vulnerable Components (MEDIUM)</vt:lpstr>
      <vt:lpstr>A01: Broken Access Control (MEDIUM)</vt:lpstr>
      <vt:lpstr>Positive Findings</vt:lpstr>
      <vt:lpstr>Recommended Next Steps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Christoffer Silversparre</cp:lastModifiedBy>
  <cp:revision>2</cp:revision>
  <dcterms:created xsi:type="dcterms:W3CDTF">2013-01-27T09:14:16Z</dcterms:created>
  <dcterms:modified xsi:type="dcterms:W3CDTF">2025-11-28T09:25:43Z</dcterms:modified>
  <cp:category/>
</cp:coreProperties>
</file>