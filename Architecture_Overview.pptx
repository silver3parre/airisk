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Architecture Overview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Ain't all Risky Bizz</a:t>
            </a:r>
          </a:p>
          <a:p>
            <a:r>
              <a:t>NIST SP 800-30 Rev 1 Risk Assessment Application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Executive 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Ain't all Risky Bizz is a web-based risk assessment application built on Flask that implements NIST SP 800-30 Rev 1 guidelines for adversarial threat assessment.</a:t>
            </a:r>
          </a:p>
          <a:p/>
          <a:p>
            <a:r>
              <a:t>The application uses a wizard-based interface to guide users through a 10-step qualitative risk assessment process.</a:t>
            </a:r>
          </a:p>
          <a:p/>
          <a:p>
            <a:r>
              <a:t>Key Features:</a:t>
            </a:r>
          </a:p>
          <a:p>
            <a:r>
              <a:t>• NIST 800-30 compliant calculations</a:t>
            </a:r>
          </a:p>
          <a:p>
            <a:r>
              <a:t>• Step-by-step wizard interface</a:t>
            </a:r>
          </a:p>
          <a:p>
            <a:r>
              <a:t>• Secure session management</a:t>
            </a:r>
          </a:p>
          <a:p>
            <a:r>
              <a:t>• Docker containerization</a:t>
            </a:r>
          </a:p>
          <a:p>
            <a:r>
              <a:t>• SQLite data persistence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System Architecture - Layers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Client Layer: Web Browser interface</a:t>
            </a:r>
          </a:p>
          <a:p>
            <a:pPr/>
            <a:r>
              <a:t>Application Layer: Flask app with routes, sessions, CSRF protection</a:t>
            </a:r>
          </a:p>
          <a:p>
            <a:pPr/>
            <a:r>
              <a:t>Business Logic Layer: Risk calculation engine with NIST tables</a:t>
            </a:r>
          </a:p>
          <a:p>
            <a:pPr/>
            <a:r>
              <a:t>Data Layer: SQLAlchemy models with SQLite database</a:t>
            </a:r>
          </a:p>
          <a:p>
            <a:pPr/>
            <a:r>
              <a:t>Presentation Layer: Jinja2 templates, CSS, JavaScript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Technology Stack - Backend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Framework: Flask 3.0.0</a:t>
            </a:r>
          </a:p>
          <a:p>
            <a:pPr/>
            <a:r>
              <a:t>ORM: SQLAlchemy 3.1.1 (via Flask-SQLAlchemy 3.1.1)</a:t>
            </a:r>
          </a:p>
          <a:p>
            <a:pPr/>
            <a:r>
              <a:t>Database: SQLite 3</a:t>
            </a:r>
          </a:p>
          <a:p>
            <a:pPr/>
            <a:r>
              <a:t>Security: Flask-WTF 1.2.1 (CSRF Protection)</a:t>
            </a:r>
          </a:p>
          <a:p>
            <a:pPr/>
            <a:r>
              <a:t>Session Management: Flask built-in (server-side)</a:t>
            </a:r>
          </a:p>
          <a:p>
            <a:pPr/>
            <a:r>
              <a:t>Template Engine: Jinja2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Technology Stack - Frontend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Template Engine: Jinja2 (Flask default)</a:t>
            </a:r>
          </a:p>
          <a:p>
            <a:pPr/>
            <a:r>
              <a:t>Styling: Vanilla CSS with custom variables</a:t>
            </a:r>
          </a:p>
          <a:p>
            <a:pPr/>
            <a:r>
              <a:t>JavaScript: Vanilla JS (no frameworks)</a:t>
            </a:r>
          </a:p>
          <a:p>
            <a:pPr/>
            <a:r>
              <a:t>Typography: Google Fonts (Inter)</a:t>
            </a:r>
          </a:p>
          <a:p>
            <a:pPr/>
            <a:r>
              <a:t>No external JavaScript frameworks or libraries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Component Architecture - app.py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Application Entry Point: app.py</a:t>
            </a:r>
          </a:p>
          <a:p>
            <a:pPr/>
            <a:r>
              <a:t>Responsibilities:</a:t>
            </a:r>
          </a:p>
          <a:p>
            <a:pPr/>
            <a:r>
              <a:t>  • Application bootstrapping</a:t>
            </a:r>
          </a:p>
          <a:p>
            <a:pPr/>
            <a:r>
              <a:t>  • Route registration</a:t>
            </a:r>
          </a:p>
          <a:p>
            <a:pPr/>
            <a:r>
              <a:t>  • Security configuration</a:t>
            </a:r>
          </a:p>
          <a:p>
            <a:pPr/>
            <a:r>
              <a:t>  • Database initialization</a:t>
            </a:r>
          </a:p>
          <a:p>
            <a:pPr/>
            <a:r>
              <a:t>Configuration:</a:t>
            </a:r>
          </a:p>
          <a:p>
            <a:pPr/>
            <a:r>
              <a:t>  • SECRET_KEY from environment variables</a:t>
            </a:r>
          </a:p>
          <a:p>
            <a:pPr/>
            <a:r>
              <a:t>  • Database URI configuration</a:t>
            </a:r>
          </a:p>
          <a:p>
            <a:pPr/>
            <a:r>
              <a:t>  • Cookie security settings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Risk Calculation Engine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File: risk_logic.py</a:t>
            </a:r>
          </a:p>
          <a:p/>
          <a:p>
            <a:r>
              <a:t>Calculation Flow:</a:t>
            </a:r>
          </a:p>
          <a:p>
            <a:r>
              <a:t>1. Adversarial Assessment → Capability + Intent + Targeting</a:t>
            </a:r>
          </a:p>
          <a:p>
            <a:r>
              <a:t>2. Likelihood of Initiation → Based on adversarial factors</a:t>
            </a:r>
          </a:p>
          <a:p>
            <a:r>
              <a:t>3. Overall Likelihood → Initiation × Impact Likelihood (Table I-4)</a:t>
            </a:r>
          </a:p>
          <a:p>
            <a:r>
              <a:t>4. Risk Level → Likelihood × Impact (Table I-2)</a:t>
            </a:r>
          </a:p>
          <a:p/>
          <a:p>
            <a:r>
              <a:t>Implements NIST 800-30 Rev 1 matrices as 2D arrays in Python for deterministic and auditable risk calculations.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Database Schema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Assessment Table:</a:t>
            </a:r>
          </a:p>
          <a:p>
            <a:r>
              <a:t>  • id (Primary Key)</a:t>
            </a:r>
          </a:p>
          <a:p>
            <a:r>
              <a:t>  • date_created (DateTime)</a:t>
            </a:r>
          </a:p>
          <a:p/>
          <a:p>
            <a:r>
              <a:t>RiskEntry Table:</a:t>
            </a:r>
          </a:p>
          <a:p>
            <a:r>
              <a:t>  • id (Primary Key)</a:t>
            </a:r>
          </a:p>
          <a:p>
            <a:r>
              <a:t>  • assessment_id (Foreign Key)</a:t>
            </a:r>
          </a:p>
          <a:p>
            <a:r>
              <a:t>  • threat_source, threat_event</a:t>
            </a:r>
          </a:p>
          <a:p>
            <a:r>
              <a:t>  • capability, intent, targeting</a:t>
            </a:r>
          </a:p>
          <a:p>
            <a:r>
              <a:t>  • vulnerability</a:t>
            </a:r>
          </a:p>
          <a:p>
            <a:r>
              <a:t>  • likelihood_initiation, likelihood_impact</a:t>
            </a:r>
          </a:p>
          <a:p>
            <a:r>
              <a:t>  • overall_likelihood, impact_level, risk_level</a:t>
            </a:r>
          </a:p>
          <a:p/>
          <a:p>
            <a:r>
              <a:t>Relationship: One Assessment → Many RiskEntries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Security Architecture - Controls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Application Security:</a:t>
            </a:r>
          </a:p>
          <a:p>
            <a:pPr/>
            <a:r>
              <a:t>  • Environment-based configuration</a:t>
            </a:r>
          </a:p>
          <a:p>
            <a:pPr/>
            <a:r>
              <a:t>  • Debug mode disabled in production</a:t>
            </a:r>
          </a:p>
          <a:p>
            <a:pPr/>
            <a:r>
              <a:t>  • Secret key rotatable via ENV</a:t>
            </a:r>
          </a:p>
          <a:p>
            <a:pPr/>
            <a:r>
              <a:t>Session Security:</a:t>
            </a:r>
          </a:p>
          <a:p>
            <a:pPr/>
            <a:r>
              <a:t>  • SESSION_COOKIE_HTTPONLY = True</a:t>
            </a:r>
          </a:p>
          <a:p>
            <a:pPr/>
            <a:r>
              <a:t>  • SESSION_COOKIE_SECURE (conditional on HTTPS)</a:t>
            </a:r>
          </a:p>
          <a:p>
            <a:pPr/>
            <a:r>
              <a:t>Input/Output Security:</a:t>
            </a:r>
          </a:p>
          <a:p>
            <a:pPr/>
            <a:r>
              <a:t>  • CSRF tokens on all POST forms</a:t>
            </a:r>
          </a:p>
          <a:p>
            <a:pPr/>
            <a:r>
              <a:t>  • Jinja2 automatic XSS escaping</a:t>
            </a:r>
          </a:p>
          <a:p>
            <a:pPr/>
            <a:r>
              <a:t>  • SQLAlchemy ORM prevents SQL injection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Security Implementation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Environment Variables: SECRET_KEY from ENV</a:t>
            </a:r>
          </a:p>
          <a:p>
            <a:pPr/>
            <a:r>
              <a:t>CSRF Protection: Flask-WTF CSRFProtect with hidden tokens</a:t>
            </a:r>
          </a:p>
          <a:p>
            <a:pPr/>
            <a:r>
              <a:t>Secure Session Cookies: HttpOnly and Secure flags</a:t>
            </a:r>
          </a:p>
          <a:p>
            <a:pPr/>
            <a:r>
              <a:t>Input Validation: Required form fields, radio button constraints</a:t>
            </a:r>
          </a:p>
          <a:p>
            <a:pPr/>
            <a:r>
              <a:t>Output Escaping: Jinja2 auto-escaping enabled</a:t>
            </a:r>
          </a:p>
          <a:p>
            <a:pPr/>
            <a:r>
              <a:t>Dependency Pinning: requirements.txt with fixed versions</a:t>
            </a:r>
          </a:p>
          <a:p>
            <a:pPr/>
            <a:r>
              <a:t>All security controls verified and operational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Directory Structure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chrono-planck/</a:t>
            </a:r>
          </a:p>
          <a:p>
            <a:r>
              <a:t>├── app.py                 # Application entry point</a:t>
            </a:r>
          </a:p>
          <a:p>
            <a:r>
              <a:t>├── models.py              # Database models</a:t>
            </a:r>
          </a:p>
          <a:p>
            <a:r>
              <a:t>├── risk_logic.py          # Risk calculation engine</a:t>
            </a:r>
          </a:p>
          <a:p>
            <a:r>
              <a:t>├── requirements.txt       # Python dependencies</a:t>
            </a:r>
          </a:p>
          <a:p>
            <a:r>
              <a:t>├── Dockerfile            # Container definition</a:t>
            </a:r>
          </a:p>
          <a:p>
            <a:r>
              <a:t>├── static/</a:t>
            </a:r>
          </a:p>
          <a:p>
            <a:r>
              <a:t>│   ├── style.css         # Application styles</a:t>
            </a:r>
          </a:p>
          <a:p>
            <a:r>
              <a:t>│   ├── script.js         # Client-side logic</a:t>
            </a:r>
          </a:p>
          <a:p>
            <a:r>
              <a:t>│   └── favicon.png       # Application icon</a:t>
            </a:r>
          </a:p>
          <a:p>
            <a:r>
              <a:t>└── templates/</a:t>
            </a:r>
          </a:p>
          <a:p>
            <a:r>
              <a:t>    ├── base.html         # Base template</a:t>
            </a:r>
          </a:p>
          <a:p>
            <a:r>
              <a:t>    ├── index.html        # Home page</a:t>
            </a:r>
          </a:p>
          <a:p>
            <a:r>
              <a:t>    ├── about.html        # About page</a:t>
            </a:r>
          </a:p>
          <a:p>
            <a:r>
              <a:t>    ├── assessment_wizard.html  # Multi-step wizard</a:t>
            </a:r>
          </a:p>
          <a:p>
            <a:r>
              <a:t>    └── result.html       # Results display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Design Decisions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Session-Based State Management:</a:t>
            </a:r>
          </a:p>
          <a:p>
            <a:pPr/>
            <a:r>
              <a:t>  • Flask sessions instead of multi-step form persistence</a:t>
            </a:r>
          </a:p>
          <a:p>
            <a:pPr/>
            <a:r>
              <a:t>  • Simplifies UX, allows page refresh without data loss</a:t>
            </a:r>
          </a:p>
          <a:p>
            <a:pPr/>
            <a:r>
              <a:t>Progressive Wizard Interface:</a:t>
            </a:r>
          </a:p>
          <a:p>
            <a:pPr/>
            <a:r>
              <a:t>  • 10-step linear wizard with expandable guidance</a:t>
            </a:r>
          </a:p>
          <a:p>
            <a:pPr/>
            <a:r>
              <a:t>  • Follows NIST 800-30 sequential assessment flow</a:t>
            </a:r>
          </a:p>
          <a:p>
            <a:pPr/>
            <a:r>
              <a:t>Matrix-Based Risk Calculation:</a:t>
            </a:r>
          </a:p>
          <a:p>
            <a:pPr/>
            <a:r>
              <a:t>  • Direct implementation of official NIST guidance</a:t>
            </a:r>
          </a:p>
          <a:p>
            <a:pPr/>
            <a:r>
              <a:t>  • Deterministic and auditable calculations</a:t>
            </a:r>
          </a:p>
          <a:p>
            <a:pPr/>
            <a:r>
              <a:t>SQLite Database:</a:t>
            </a:r>
          </a:p>
          <a:p>
            <a:pPr/>
            <a:r>
              <a:t>  • Zero-configuration, suitable for single-instance deployments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Deployment Architecture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Containerization: Docker with Python 3.9-slim</a:t>
            </a:r>
          </a:p>
          <a:p>
            <a:pPr/>
            <a:r>
              <a:t>Application: Flask application</a:t>
            </a:r>
          </a:p>
          <a:p>
            <a:pPr/>
            <a:r>
              <a:t>Database: SQLite database (volume mount for persistence)</a:t>
            </a:r>
          </a:p>
          <a:p>
            <a:pPr/>
            <a:r>
              <a:t>Port: 5000 (configurable)</a:t>
            </a:r>
          </a:p>
          <a:p>
            <a:pPr/>
            <a:r>
              <a:t>Environment Variables: SECRET_KEY, FLASK_ENV</a:t>
            </a:r>
          </a:p>
          <a:p>
            <a:pPr/>
            <a:r>
              <a:t>Base Image: python:3.9-slim</a:t>
            </a:r>
          </a:p>
          <a:p>
            <a:pPr/>
            <a:r>
              <a:t>Entry Point: flask run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Production Recommendations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Web Server: Replace Flask dev server with Gunicorn/uWSGI</a:t>
            </a:r>
          </a:p>
          <a:p>
            <a:pPr/>
            <a:r>
              <a:t>Database: Consider PostgreSQL for multi-user scenarios</a:t>
            </a:r>
          </a:p>
          <a:p>
            <a:pPr/>
            <a:r>
              <a:t>Reverse Proxy: Add Nginx for SSL termination and static files</a:t>
            </a:r>
          </a:p>
          <a:p>
            <a:pPr/>
            <a:r>
              <a:t>Monitoring: Implement logging and error tracking</a:t>
            </a:r>
          </a:p>
          <a:p>
            <a:pPr/>
            <a:r>
              <a:t>Backup: Automated database backups</a:t>
            </a:r>
          </a:p>
          <a:p>
            <a:pPr/>
            <a:r>
              <a:t>Secrets: Use secrets management (Vault, AWS Secrets Manager)</a:t>
            </a:r>
          </a:p>
          <a:p>
            <a:pPr/>
            <a:r>
              <a:t>SSL/TLS: Enable HTTPS with valid certificates</a:t>
            </a:r>
          </a:p>
          <a:p>
            <a:pPr/>
            <a:r>
              <a:t>Rate Limiting: Protect against abuse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Performance Characteristics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Response Time: &lt; 50ms for typical page loads</a:t>
            </a:r>
          </a:p>
          <a:p>
            <a:r>
              <a:t>Calculation Time: &lt; 5ms for risk calculations</a:t>
            </a:r>
          </a:p>
          <a:p>
            <a:r>
              <a:t>Database Queries: 1-2 queries per request</a:t>
            </a:r>
          </a:p>
          <a:p>
            <a:r>
              <a:t>Session Size: ~2KB per active session</a:t>
            </a:r>
          </a:p>
          <a:p/>
          <a:p>
            <a:r>
              <a:t>Concurrent Users:</a:t>
            </a:r>
          </a:p>
          <a:p>
            <a:r>
              <a:t>• Limited by Flask dev server</a:t>
            </a:r>
          </a:p>
          <a:p>
            <a:r>
              <a:t>• Use Gunicorn for production workloads</a:t>
            </a:r>
          </a:p>
          <a:p/>
          <a:p>
            <a:r>
              <a:t>Scalability:</a:t>
            </a:r>
          </a:p>
          <a:p>
            <a:r>
              <a:t>• Horizontal scaling possible with shared database</a:t>
            </a:r>
          </a:p>
          <a:p>
            <a:r>
              <a:t>• Session storage can be externalized (Redis)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Extension Points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Authentication/Authorization:</a:t>
            </a:r>
          </a:p>
          <a:p>
            <a:pPr/>
            <a:r>
              <a:t>  • Add Flask-Login for user management</a:t>
            </a:r>
          </a:p>
          <a:p>
            <a:pPr/>
            <a:r>
              <a:t>  • Multi-tenant deployments</a:t>
            </a:r>
          </a:p>
          <a:p>
            <a:pPr/>
            <a:r>
              <a:t>Advanced Reporting:</a:t>
            </a:r>
          </a:p>
          <a:p>
            <a:pPr/>
            <a:r>
              <a:t>  • PDF/Excel export capabilities</a:t>
            </a:r>
          </a:p>
          <a:p>
            <a:pPr/>
            <a:r>
              <a:t>  • Historical trend analysis</a:t>
            </a:r>
          </a:p>
          <a:p>
            <a:pPr/>
            <a:r>
              <a:t>API Layer:</a:t>
            </a:r>
          </a:p>
          <a:p>
            <a:pPr/>
            <a:r>
              <a:t>  • REST API for programmatic access</a:t>
            </a:r>
          </a:p>
          <a:p>
            <a:pPr/>
            <a:r>
              <a:t>  • JSON-based assessment submission</a:t>
            </a:r>
          </a:p>
          <a:p>
            <a:pPr/>
            <a:r>
              <a:t>Audit Trail:</a:t>
            </a:r>
          </a:p>
          <a:p>
            <a:pPr/>
            <a:r>
              <a:t>  • Comprehensive logging of all actions</a:t>
            </a:r>
          </a:p>
          <a:p>
            <a:pPr/>
            <a:r>
              <a:t>  • Compliance reporting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 Flow - Assessment Process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1. User starts assessment → Session initialized</a:t>
            </a:r>
          </a:p>
          <a:p>
            <a:r>
              <a:t>2. User completes Step 1-10 → Data stored in session</a:t>
            </a:r>
          </a:p>
          <a:p>
            <a:r>
              <a:t>3. User submits final step → Risk calculation triggered</a:t>
            </a:r>
          </a:p>
          <a:p>
            <a:r>
              <a:t>4. Risk Logic applies NIST tables → Results computed</a:t>
            </a:r>
          </a:p>
          <a:p>
            <a:r>
              <a:t>5. Assessment saved to database → Results displayed</a:t>
            </a:r>
          </a:p>
          <a:p/>
          <a:p>
            <a:r>
              <a:t>Session Management:</a:t>
            </a:r>
          </a:p>
          <a:p>
            <a:r>
              <a:t>• Temporary storage during wizard</a:t>
            </a:r>
          </a:p>
          <a:p>
            <a:r>
              <a:t>• Data persisted only after completion</a:t>
            </a:r>
          </a:p>
          <a:p>
            <a:r>
              <a:t>• CSRF protection on all forms</a:t>
            </a:r>
          </a:p>
          <a:p>
            <a:r>
              <a:t>• Secure cookie flags enabled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The Ain't all Risky Bizz application is designed as a lightweight, secure, and user-friendly implementation of NIST SP 800-30 Rev 1 risk assessment guidelines.</a:t>
            </a:r>
          </a:p>
          <a:p/>
          <a:p>
            <a:r>
              <a:t>Key Strengths:</a:t>
            </a:r>
          </a:p>
          <a:p>
            <a:r>
              <a:t>• Modular architecture for easy maintenance</a:t>
            </a:r>
          </a:p>
          <a:p>
            <a:r>
              <a:t>• Security-first design with multiple layers of protection</a:t>
            </a:r>
          </a:p>
          <a:p>
            <a:r>
              <a:t>• NIST 800-30 compliant calculations</a:t>
            </a:r>
          </a:p>
          <a:p>
            <a:r>
              <a:t>• Docker-ready for consistent deployments</a:t>
            </a:r>
          </a:p>
          <a:p>
            <a:r>
              <a:t>• Extensible for future enhancements</a:t>
            </a:r>
          </a:p>
          <a:p/>
          <a:p>
            <a:r>
              <a:t>Status: Production-ready with security remediations applied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