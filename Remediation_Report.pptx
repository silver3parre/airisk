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Security Remediation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AIn't</a:t>
            </a:r>
            <a:r>
              <a:rPr dirty="0"/>
              <a:t> all Risky Bizz Application</a:t>
            </a:r>
          </a:p>
          <a:p>
            <a:r>
              <a:rPr dirty="0"/>
              <a:t>Post-Remediation Security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This report details the remediation efforts undertaken to address the security findings identified in the initial OWASP Top 10 review.</a:t>
            </a:r>
          </a:p>
          <a:p>
            <a:endParaRPr sz="2400" dirty="0"/>
          </a:p>
          <a:p>
            <a:pPr marL="0" indent="0">
              <a:buNone/>
            </a:pPr>
            <a:r>
              <a:rPr sz="2400" b="1" dirty="0"/>
              <a:t>Summary of Actions:</a:t>
            </a:r>
          </a:p>
          <a:p>
            <a:r>
              <a:rPr sz="2400" dirty="0"/>
              <a:t>Critical and High severity issues have been remediated.</a:t>
            </a:r>
          </a:p>
          <a:p>
            <a:r>
              <a:rPr sz="2400" dirty="0"/>
              <a:t>Security controls (CSRF, Secure Cookies, Headers) have been implemented.</a:t>
            </a:r>
          </a:p>
          <a:p>
            <a:r>
              <a:rPr sz="2400" dirty="0"/>
              <a:t>Dependencies have been pinned to secure versions.</a:t>
            </a:r>
          </a:p>
          <a:p>
            <a:r>
              <a:rPr sz="2400" dirty="0"/>
              <a:t>Application configuration has been hardened for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Remediation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0">
                <a:tc>
                  <a:txBody>
                    <a:bodyPr/>
                    <a:lstStyle/>
                    <a:p>
                      <a:r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 Taken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t>Cryptographic Failures (Hardcoded Secret)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Moved to Env 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t>Security Misconfiguration (Debug=True)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Disabled Debug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t>Insecure Design (No CSRF)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Implemented Flask-WTF CSRF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t>Vulnerable Components (Unpinned Deps)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Pinned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t>Broken 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Documented as Design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Accepted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Fix: Secret Key &amp; Debug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/>
              <a:t>Issue: </a:t>
            </a:r>
          </a:p>
          <a:p>
            <a:r>
              <a:rPr sz="2000" dirty="0"/>
              <a:t>Hardcoded SECRET_KEY and Debug Mode enabled in production code.</a:t>
            </a:r>
          </a:p>
          <a:p>
            <a:endParaRPr sz="2000" dirty="0"/>
          </a:p>
          <a:p>
            <a:pPr marL="0" indent="0">
              <a:buNone/>
            </a:pPr>
            <a:r>
              <a:rPr sz="2000" b="1" dirty="0"/>
              <a:t>Remediation:</a:t>
            </a:r>
          </a:p>
          <a:p>
            <a:r>
              <a:rPr sz="2000" dirty="0"/>
              <a:t>Updated app.py to load SECRET_KEY from environment variable.</a:t>
            </a:r>
          </a:p>
          <a:p>
            <a:pPr marL="0" indent="0">
              <a:buNone/>
            </a:pPr>
            <a:r>
              <a:rPr sz="2000" dirty="0"/>
              <a:t>          </a:t>
            </a:r>
            <a:r>
              <a:rPr sz="2000" dirty="0" err="1"/>
              <a:t>app.config</a:t>
            </a:r>
            <a:r>
              <a:rPr sz="2000" dirty="0"/>
              <a:t>['SECRET_KEY'] = </a:t>
            </a:r>
            <a:r>
              <a:rPr sz="2000" dirty="0" err="1"/>
              <a:t>os.environ.get</a:t>
            </a:r>
            <a:r>
              <a:rPr sz="2000" dirty="0"/>
              <a:t>('SECRET_KEY', ...)</a:t>
            </a:r>
          </a:p>
          <a:p>
            <a:r>
              <a:rPr sz="2000" dirty="0"/>
              <a:t>Disabled Debug Mode in </a:t>
            </a:r>
            <a:r>
              <a:rPr sz="2000" dirty="0" err="1"/>
              <a:t>app.run</a:t>
            </a:r>
            <a:r>
              <a:rPr sz="2000" dirty="0"/>
              <a:t>().</a:t>
            </a:r>
          </a:p>
          <a:p>
            <a:pPr marL="0" indent="0">
              <a:buNone/>
            </a:pPr>
            <a:r>
              <a:rPr sz="2000" dirty="0"/>
              <a:t>           </a:t>
            </a:r>
            <a:r>
              <a:rPr sz="2000" dirty="0" err="1"/>
              <a:t>app.run</a:t>
            </a:r>
            <a:r>
              <a:rPr sz="2000" dirty="0"/>
              <a:t>(debug=False)</a:t>
            </a:r>
          </a:p>
          <a:p>
            <a:endParaRPr sz="2000" dirty="0"/>
          </a:p>
          <a:p>
            <a:pPr marL="0" indent="0">
              <a:buNone/>
            </a:pPr>
            <a:r>
              <a:rPr sz="2000" b="1" dirty="0"/>
              <a:t>Verification:</a:t>
            </a:r>
          </a:p>
          <a:p>
            <a:r>
              <a:rPr sz="2000" dirty="0"/>
              <a:t>Confirmed 404 pages do not show interactive debugger.</a:t>
            </a:r>
          </a:p>
          <a:p>
            <a:r>
              <a:rPr sz="2000" dirty="0"/>
              <a:t>Confirmed application starts with secure configuration.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Fix: CSRF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400" b="1" dirty="0"/>
              <a:t>Issue: </a:t>
            </a:r>
          </a:p>
          <a:p>
            <a:r>
              <a:rPr sz="2400" dirty="0"/>
              <a:t>Forms lacked Cross-Site Request Forgery (CSRF) protection.</a:t>
            </a:r>
          </a:p>
          <a:p>
            <a:endParaRPr sz="2400" dirty="0"/>
          </a:p>
          <a:p>
            <a:pPr marL="0" indent="0">
              <a:buNone/>
            </a:pPr>
            <a:r>
              <a:rPr sz="2400" b="1" dirty="0"/>
              <a:t>Remediation:</a:t>
            </a:r>
          </a:p>
          <a:p>
            <a:r>
              <a:rPr sz="2400" dirty="0"/>
              <a:t>Installed and configured Flask-WTF.</a:t>
            </a:r>
          </a:p>
          <a:p>
            <a:r>
              <a:rPr sz="2400" dirty="0"/>
              <a:t>Initialized </a:t>
            </a:r>
            <a:r>
              <a:rPr sz="2400" dirty="0" err="1"/>
              <a:t>CSRFProtect</a:t>
            </a:r>
            <a:r>
              <a:rPr sz="2400" dirty="0"/>
              <a:t>(app) in app.py.</a:t>
            </a:r>
          </a:p>
          <a:p>
            <a:r>
              <a:rPr sz="2400" dirty="0"/>
              <a:t>Added hidden CSRF token field to assessment forms.</a:t>
            </a:r>
          </a:p>
          <a:p>
            <a:endParaRPr sz="2400" dirty="0"/>
          </a:p>
          <a:p>
            <a:pPr marL="0" indent="0">
              <a:buNone/>
            </a:pPr>
            <a:r>
              <a:rPr sz="2400" b="1" dirty="0"/>
              <a:t>Verification:</a:t>
            </a:r>
          </a:p>
          <a:p>
            <a:r>
              <a:rPr sz="2400" dirty="0"/>
              <a:t>Confirmed forms submit successfully with token.</a:t>
            </a:r>
          </a:p>
          <a:p>
            <a:r>
              <a:rPr sz="2400" dirty="0"/>
              <a:t>Confirmed forms fail without token (implicit via library).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Fix: Secure Cookies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400" b="1" dirty="0"/>
              <a:t>Issue: </a:t>
            </a:r>
          </a:p>
          <a:p>
            <a:r>
              <a:rPr sz="2400" dirty="0"/>
              <a:t>Session cookies lacked security flags.</a:t>
            </a:r>
          </a:p>
          <a:p>
            <a:endParaRPr sz="2400" dirty="0"/>
          </a:p>
          <a:p>
            <a:pPr marL="0" indent="0">
              <a:buNone/>
            </a:pPr>
            <a:r>
              <a:rPr sz="2400" b="1" dirty="0"/>
              <a:t>Remediation:</a:t>
            </a:r>
          </a:p>
          <a:p>
            <a:r>
              <a:rPr sz="2400" dirty="0"/>
              <a:t>Enabled SESSION_COOKIE_HTTPONLY = True.</a:t>
            </a:r>
          </a:p>
          <a:p>
            <a:r>
              <a:rPr sz="2400" dirty="0"/>
              <a:t>Configured SESSION_COOKIE_SECURE (False for Dev, True for Prod).</a:t>
            </a:r>
          </a:p>
          <a:p>
            <a:endParaRPr sz="2400" dirty="0"/>
          </a:p>
          <a:p>
            <a:pPr marL="0" indent="0">
              <a:buNone/>
            </a:pPr>
            <a:r>
              <a:rPr sz="2400" b="1" dirty="0"/>
              <a:t>Verification</a:t>
            </a:r>
            <a:r>
              <a:rPr sz="2400" dirty="0"/>
              <a:t>:</a:t>
            </a:r>
          </a:p>
          <a:p>
            <a:r>
              <a:rPr sz="2400" dirty="0"/>
              <a:t>Verified </a:t>
            </a:r>
            <a:r>
              <a:rPr sz="2400" dirty="0" err="1"/>
              <a:t>HttpOnly</a:t>
            </a:r>
            <a:r>
              <a:rPr sz="2400" dirty="0"/>
              <a:t> flag is present in session cookies.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The application's security posture has been significantly improved.</a:t>
            </a:r>
          </a:p>
          <a:p>
            <a:endParaRPr sz="2400" dirty="0"/>
          </a:p>
          <a:p>
            <a:pPr marL="0" indent="0">
              <a:buNone/>
            </a:pPr>
            <a:r>
              <a:rPr sz="2400" b="1" dirty="0"/>
              <a:t>Current Status:</a:t>
            </a:r>
          </a:p>
          <a:p>
            <a:r>
              <a:rPr sz="2400" dirty="0"/>
              <a:t>All critical and high severity technical findings are resolved.</a:t>
            </a:r>
          </a:p>
          <a:p>
            <a:r>
              <a:rPr sz="2400" dirty="0"/>
              <a:t>Application is ready for containerization and deployment.</a:t>
            </a:r>
          </a:p>
          <a:p>
            <a:endParaRPr sz="2400" dirty="0"/>
          </a:p>
          <a:p>
            <a:pPr marL="0" indent="0">
              <a:buNone/>
            </a:pPr>
            <a:r>
              <a:rPr sz="2400" b="1" dirty="0"/>
              <a:t>Next Steps:</a:t>
            </a:r>
          </a:p>
          <a:p>
            <a:r>
              <a:rPr sz="2400" dirty="0"/>
              <a:t>Perform final Docker build.</a:t>
            </a:r>
          </a:p>
          <a:p>
            <a:r>
              <a:rPr sz="2400" dirty="0"/>
              <a:t>Deploy to production environment with HTTPS enabled.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391</Words>
  <Application>Microsoft Office PowerPoint</Application>
  <PresentationFormat>On-screen Show (4:3)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Security Remediation Report</vt:lpstr>
      <vt:lpstr>Executive Summary</vt:lpstr>
      <vt:lpstr>Remediation Status</vt:lpstr>
      <vt:lpstr>Fix: Secret Key &amp; Debug Mode</vt:lpstr>
      <vt:lpstr>Fix: CSRF Protection</vt:lpstr>
      <vt:lpstr>Fix: Secure Cookies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Christoffer Silversparre</cp:lastModifiedBy>
  <cp:revision>4</cp:revision>
  <dcterms:created xsi:type="dcterms:W3CDTF">2013-01-27T09:14:16Z</dcterms:created>
  <dcterms:modified xsi:type="dcterms:W3CDTF">2025-11-28T11:09:29Z</dcterms:modified>
  <cp:category/>
</cp:coreProperties>
</file>